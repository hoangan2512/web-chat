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59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1064419"/>
            <a:ext cx="8286750" cy="3071813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000125" y="1845962"/>
            <a:ext cx="77152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kern="0" spc="-2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GIẢI PHÁP HOÀN THÀNH CHỈ TIÊU KINH DOANH VÀ DỊCH VỤ KHÁCH HÀNG NĂM 2026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14375" y="4236244"/>
            <a:ext cx="3780272" cy="3286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375" y="4236244"/>
            <a:ext cx="57150" cy="32861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4375" y="4236244"/>
            <a:ext cx="3780272" cy="32861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HỘI NGHỊ TỔNG KẾT SXKD 6 THÁNG ĐẦU NĂM
VÀ TRIỂN KHAI NHIỆM VỤ 6 THÁNG CUỐI NĂM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06164" y="3900488"/>
            <a:ext cx="2423461" cy="66436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91914" y="4043363"/>
            <a:ext cx="185196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PHÒNG KINH DOANH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91914" y="4275534"/>
            <a:ext cx="185196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Công ty Điện lực Hà Đông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423267"/>
            <a:ext cx="4685909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VÀ CẤU TRÚC THAM LUẬN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3200400" cy="3429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4375" y="2070822"/>
            <a:ext cx="262890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CHIẾN LƯỢC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4375" y="2444083"/>
            <a:ext cx="2628900" cy="120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các giải pháp thiết thực nhằm đảm bảo hoàn thành xuất sắc các chỉ tiêu Kinh doanh và Dịch vụ khách hàng được giao năm 2026.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914775" y="1143000"/>
            <a:ext cx="4800600" cy="4679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914775" y="1143000"/>
            <a:ext cx="71438" cy="4679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57688" y="1285875"/>
            <a:ext cx="361574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thực hiện chỉ tiêu 6 tháng đầu năm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14775" y="1753791"/>
            <a:ext cx="4800600" cy="4679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914775" y="1753791"/>
            <a:ext cx="71438" cy="4679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57688" y="1896666"/>
            <a:ext cx="357048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Những tồn tại, hạn chế và khó khăn vướng mắc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14775" y="2364581"/>
            <a:ext cx="4800600" cy="6500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914775" y="2364581"/>
            <a:ext cx="71438" cy="65008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57688" y="2507456"/>
            <a:ext cx="41433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giải pháp trọng tâm hoàn thành kế hoạch năm 2026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14775" y="3157538"/>
            <a:ext cx="4800600" cy="4679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914775" y="3157538"/>
            <a:ext cx="71438" cy="4679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57688" y="3300413"/>
            <a:ext cx="332728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cụ thể cho giai đoạn cuối năm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914775" y="3768328"/>
            <a:ext cx="4800600" cy="28932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P9/THAM-LUAN-2026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28775" y="34290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77938" y="480417"/>
            <a:ext cx="6694587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TĂNG TRƯỞNG SẢN LƯỢNG &amp; DOANH THU 6 THÁNG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85775" y="1200150"/>
            <a:ext cx="4800600" cy="3643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414463"/>
            <a:ext cx="4371975" cy="2714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0088" y="4200525"/>
            <a:ext cx="4371975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 thực hiện 6 tháng đầu năm 2026 với kế hoạch và cùng kỳ 2025</a:t>
            </a:r>
            <a:endParaRPr lang="en-US" sz="600" dirty="0"/>
          </a:p>
        </p:txBody>
      </p:sp>
      <p:sp>
        <p:nvSpPr>
          <p:cNvPr id="8" name="Shape 4"/>
          <p:cNvSpPr/>
          <p:nvPr/>
        </p:nvSpPr>
        <p:spPr>
          <a:xfrm>
            <a:off x="5572125" y="1200150"/>
            <a:ext cx="3200400" cy="8661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786438" y="1343025"/>
            <a:ext cx="27717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ĐIỆN THƯƠNG PHẨM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786438" y="1510903"/>
            <a:ext cx="277177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1.372,11 </a:t>
            </a: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tr.kWh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786438" y="1809155"/>
            <a:ext cx="2771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Đạt 106,58% KH 6T | Tăng 25,83% CK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572125" y="2209205"/>
            <a:ext cx="3200400" cy="8661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786438" y="2352080"/>
            <a:ext cx="27717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 THU TIỀN ĐIỆN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786438" y="2519958"/>
            <a:ext cx="277177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3.838,81 </a:t>
            </a: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tỷ đồng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86438" y="2818209"/>
            <a:ext cx="2771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Đạt 108,77% KH 6T | Tăng 30,53% CK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572125" y="3218259"/>
            <a:ext cx="3200400" cy="8661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786438" y="3361134"/>
            <a:ext cx="27717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 BÁN BÌNH QUÂN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786438" y="3529013"/>
            <a:ext cx="277177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2.797,94 </a:t>
            </a: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đ/kWh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786438" y="3827264"/>
            <a:ext cx="2771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+56,30 đ/kWh so với KH 6T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34290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85775" y="480417"/>
            <a:ext cx="5729064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SOÁT TỔN THẤT &amp; CÔNG TÁC THU NỘP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85775" y="1200150"/>
            <a:ext cx="4000500" cy="37004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85775" y="1200150"/>
            <a:ext cx="4000500" cy="571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7250" y="1414463"/>
            <a:ext cx="187632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 THẤT ĐIỆN NĂNG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753791"/>
            <a:ext cx="3571875" cy="1571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00088" y="3468291"/>
            <a:ext cx="3571875" cy="7143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42963" y="3611166"/>
            <a:ext cx="3286125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2.60%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842963" y="4036219"/>
            <a:ext cx="3286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Lũy kế 6 tháng đầu năm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14388" y="4325541"/>
            <a:ext cx="3072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Giảm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78775" y="4325541"/>
            <a:ext cx="36461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0.08%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600535" y="4325541"/>
            <a:ext cx="185706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với kế hoạch 6 tháng (2.68%)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14388" y="4554141"/>
            <a:ext cx="23138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 thất hạ áp: 1.87% | Trung áp: 1.32%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72025" y="1200150"/>
            <a:ext cx="4000500" cy="37004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72025" y="1200150"/>
            <a:ext cx="4000500" cy="571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43500" y="1414463"/>
            <a:ext cx="166385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 NỘP TIỀN ĐIỆN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986338" y="1753791"/>
            <a:ext cx="3571875" cy="7143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129213" y="1896666"/>
            <a:ext cx="3286125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450" dirty="0"/>
          </a:p>
        </p:txBody>
      </p:sp>
      <p:sp>
        <p:nvSpPr>
          <p:cNvPr id="21" name="Text 17"/>
          <p:cNvSpPr/>
          <p:nvPr/>
        </p:nvSpPr>
        <p:spPr>
          <a:xfrm>
            <a:off x="5129213" y="2321719"/>
            <a:ext cx="3286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Tỷ lệ thu nộp hàng tháng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986338" y="2611041"/>
            <a:ext cx="3571875" cy="78402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29213" y="2789634"/>
            <a:ext cx="32861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VỊ THẾ DẪN ĐẦU TỔNG CÔNG TY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129213" y="2921794"/>
            <a:ext cx="32861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95.08%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129213" y="3248620"/>
            <a:ext cx="3286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Tỷ lệ thu ngày 13 (Tháng 5/2026)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100638" y="3573661"/>
            <a:ext cx="24008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có khách hàng nợ tồn quá 2 tháng.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100638" y="3802261"/>
            <a:ext cx="27277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 trì vị trí số 1 về công tác thu nộp trong TCT.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423267"/>
            <a:ext cx="4719703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HIỆN ĐẠI HÓA DỊCH VỤ KHÁCH HÀNG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00125"/>
            <a:ext cx="2666991" cy="3343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000125"/>
            <a:ext cx="2666991" cy="571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155502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143000"/>
            <a:ext cx="143840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SINH THÁI SỐ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00075" y="1453753"/>
            <a:ext cx="232409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98.45%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00075" y="1744861"/>
            <a:ext cx="232409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 THAM GIA HỆ SINH THÁI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57238" y="1962745"/>
            <a:ext cx="196573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203.834 KH dùng App EVNHANOI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57238" y="2194917"/>
            <a:ext cx="141303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83.110 KH cài đặt Epoint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57238" y="2427089"/>
            <a:ext cx="15225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169.041 KH đăng ký Email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38491" y="1000125"/>
            <a:ext cx="2666991" cy="334327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238491" y="1000125"/>
            <a:ext cx="2666991" cy="571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941" y="1155502"/>
            <a:ext cx="214313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95691" y="1143000"/>
            <a:ext cx="170830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TRIỂN KH MỚI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409941" y="1453753"/>
            <a:ext cx="232409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2.04 ngày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409941" y="1744861"/>
            <a:ext cx="232409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 TIẾP CẬN ĐIỆN NĂNG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567103" y="1962745"/>
            <a:ext cx="18014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5.367 KH Sinh hoạt (2.83 ngày)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567103" y="2194917"/>
            <a:ext cx="170116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789 KH Ngoài SH (2.33 ngày)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567103" y="2427089"/>
            <a:ext cx="188017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Đóng điện 27 công trình trung áp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048356" y="1000125"/>
            <a:ext cx="2667019" cy="3343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048356" y="1000125"/>
            <a:ext cx="2667019" cy="571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06" y="1155502"/>
            <a:ext cx="171450" cy="1714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62694" y="1143000"/>
            <a:ext cx="114297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ĐỘ HÀI LÒNG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219806" y="1453753"/>
            <a:ext cx="232411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99.5%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6219806" y="1744861"/>
            <a:ext cx="23241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 HÀI LÒNG &amp; RẤT HÀI LÒNG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376969" y="1962745"/>
            <a:ext cx="15644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4.434 lượt đánh giá dịch vụ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376969" y="2194917"/>
            <a:ext cx="131551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95.56% đánh giá 5 sao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376969" y="2427089"/>
            <a:ext cx="206607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quyết 100% kiến nghị đúng hạn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697364" y="4843463"/>
            <a:ext cx="301801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SOURCE: CUSTOMER SERVICE DEPT - 6M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423267"/>
            <a:ext cx="4498302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NHỮNG THÁCH THỨC CÒN TỒN TẠI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857250"/>
            <a:ext cx="8286750" cy="6304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857250"/>
            <a:ext cx="85725" cy="63043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5825" y="1074241"/>
            <a:ext cx="272369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TRÍCH NỢ TỰ ĐỘNG (AUTO-PAY)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63681" y="985838"/>
            <a:ext cx="823094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7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18.65%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06292" y="1244798"/>
            <a:ext cx="1680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Thấp hơn 8.05% so với KH năm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14375" y="1616273"/>
            <a:ext cx="8001000" cy="6304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14375" y="1616273"/>
            <a:ext cx="85725" cy="63043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71575" y="1833265"/>
            <a:ext cx="306625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DỰ BÁO PHỤ TẢI (LOAD FORECAST)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00863" y="1744861"/>
            <a:ext cx="68591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7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9.76%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06292" y="2003822"/>
            <a:ext cx="1680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 số nhóm KH &lt; 1 triệu kWh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00125" y="2375297"/>
            <a:ext cx="7715250" cy="6304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00125" y="2375297"/>
            <a:ext cx="85725" cy="63043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57325" y="2592288"/>
            <a:ext cx="28609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KÝ LẠI HỢP ĐỒNG MUA BÁN ĐIỆN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26499" y="2503884"/>
            <a:ext cx="960276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7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162,648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86243" y="2762845"/>
            <a:ext cx="18005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Số lượng hợp đồng còn tồn đọng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81417" y="4496991"/>
            <a:ext cx="4033958" cy="360759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729" y="4607719"/>
            <a:ext cx="128588" cy="128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95754" y="4605933"/>
            <a:ext cx="34053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GIẢI PHÁP ĐỘT PHÁ TRONG 6 THÁNG CUỐI NĂM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423267"/>
            <a:ext cx="4486247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NGUYÊN NHÂN TỒN TẠI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00125"/>
            <a:ext cx="4036219" cy="1607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000125"/>
            <a:ext cx="71438" cy="160734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191220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538" y="1178719"/>
            <a:ext cx="155658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TRÍCH NỢ TỰ ĐỘNG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14388" y="1468041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Thói quen sử dụng tiền mặt và tâm lý chưa tin tưởng hệ thống ngân hàng.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14388" y="1899512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 nghiệp gặp khó khăn về vốn, không duy trì số dư tài khoản sẵn có.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918724" y="2350294"/>
            <a:ext cx="1260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ERR_CODE: AUTO_PAY_01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679156" y="1000125"/>
            <a:ext cx="4036219" cy="1607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79156" y="1000125"/>
            <a:ext cx="71438" cy="160734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191220"/>
            <a:ext cx="176808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41714" y="1178719"/>
            <a:ext cx="142353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KÝ LẠI HỢP ĐỒNG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64919" y="1468041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Khó khăn trong chuẩn hóa dữ liệu CCCD do tính bảo mật thông tin.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064919" y="1899512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Tâm lý e ngại bị lừa đảo từ các cuộc gọi giả danh nhân viên ngành điện.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169255" y="2350294"/>
            <a:ext cx="1260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ERR_CODE: CONTRACT_02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428625" y="2821781"/>
            <a:ext cx="4036219" cy="1607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28625" y="2821781"/>
            <a:ext cx="71438" cy="160734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012877"/>
            <a:ext cx="157163" cy="15716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1538" y="3000375"/>
            <a:ext cx="13091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DỰ BÁO PHỤ TẢI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14388" y="3289697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thuộc lớn vào thời tiết; khách hàng đăng ký nhu cầu không sát thực tế.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814388" y="3721168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có cơ chế chế tài đối với khách hàng dự báo sai lệch quá lớn.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2918724" y="4171950"/>
            <a:ext cx="1260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ERR_CODE: FORECAST_03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4679156" y="2821781"/>
            <a:ext cx="4036219" cy="1607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679156" y="2821781"/>
            <a:ext cx="71438" cy="160734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012877"/>
            <a:ext cx="157163" cy="15716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2069" y="3000375"/>
            <a:ext cx="159657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NGUỒN LỰC VẬT TƯ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64919" y="3289697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Thiếu hụt nguồn cung công tơ 3 pha 3 giá cho công tác thay định kỳ.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064919" y="3721168"/>
            <a:ext cx="3436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Áp lực công việc cao, CBCNV phải làm việc ngoài giờ liên tục.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7169255" y="4171950"/>
            <a:ext cx="1260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ERR_CODE: RESOURCE_04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34290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85775" y="480417"/>
            <a:ext cx="5800251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ĐỘT PHÁ CHO TRÍCH NỢ TỰ ĐỘNG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42900" y="914400"/>
            <a:ext cx="4229100" cy="120227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42900" y="914400"/>
            <a:ext cx="71438" cy="1202271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12627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8663" y="1000125"/>
            <a:ext cx="192133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PHỐI HỢP CHÍNH QUYỀN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2938" y="1225153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Tham mưu UBND Phường chỉ đạo các cơ quan, doanh nghiệp thanh toán bằng trích nợ tự động.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42938" y="1628049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Vận động các tổ chức đoàn thể địa phương làm gương trong chuyển đổi số thanh toán.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86300" y="914400"/>
            <a:ext cx="4229100" cy="120227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86300" y="914400"/>
            <a:ext cx="71438" cy="1202271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012627"/>
            <a:ext cx="19645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11353" y="1000125"/>
            <a:ext cx="17370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VẬN ĐỘNG TRỰC TIẾP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986338" y="1225153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Lãnh đạo đơn vị trực tiếp làm việc với các khách hàng lớn để vận động đăng ký.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986338" y="1628049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100% khách hàng mới đăng ký trích nợ ngay tại thời điểm cấp điện.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42900" y="2230971"/>
            <a:ext cx="4229100" cy="120227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42900" y="2230971"/>
            <a:ext cx="71438" cy="1202271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2329197"/>
            <a:ext cx="157163" cy="1571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8663" y="2316696"/>
            <a:ext cx="16124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GẮN KẾT QUY TRÌNH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2938" y="2541724"/>
            <a:ext cx="365433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hợp ký lại HĐMBĐ với hướng dẫn đăng ký trích nợ tự động.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42938" y="2764603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Tối ưu hóa tài liệu hướng dẫn, nêu rõ lợi ích về thời gian và an toàn cho khách hàng.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686300" y="2230971"/>
            <a:ext cx="4229100" cy="120227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686300" y="2230971"/>
            <a:ext cx="71438" cy="1202271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329197"/>
            <a:ext cx="176808" cy="15716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91708" y="2316696"/>
            <a:ext cx="152175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ĐỘNG LỰC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986338" y="2541724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Cộng điểm thưởng KPI cho các đội hoàn thành xuất sắc kế hoạch tháng.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986338" y="2944620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Trừ điểm hoàn thành nhiệm vụ nếu không đạt chỉ tiêu tối thiểu được giao.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754514" y="4672013"/>
            <a:ext cx="301801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TARGET_2026: 26.7% | STATUS: CRITICAL_ACTION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863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423267"/>
            <a:ext cx="5516454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KÝ HỢP ĐỒNG &amp; THAY CÔNG TƠ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00125"/>
            <a:ext cx="4029075" cy="32289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000125"/>
            <a:ext cx="4029075" cy="571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238" y="1171575"/>
            <a:ext cx="220967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TÁC KÝ LẠI HĐMBĐ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1525" y="1496616"/>
            <a:ext cx="3514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Phối hợp UBND Phường, Tổ dân phố để tạo sự đồng thuận và tin tưởng từ khách hàng.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1525" y="1928087"/>
            <a:ext cx="3514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thông báo chi tiết về lợi ích và quy trình ký điện tử để tránh tâm lý sợ lừa đảo.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1525" y="2359558"/>
            <a:ext cx="3514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chỉ tiêu kế hoạch cụ thể từng tháng và gắn trách nhiệm KPI cho từng đơn vị.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0075" y="2862467"/>
            <a:ext cx="3686175" cy="61793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4375" y="2948192"/>
            <a:ext cx="34575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CHẾ TÀI THỰC HIỆN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14375" y="3064278"/>
            <a:ext cx="345757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TRỪ 2 ĐIỂM THÁNG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4375" y="3262517"/>
            <a:ext cx="34575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không hoàn thành kế hoạch giao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86300" y="1000125"/>
            <a:ext cx="4029075" cy="32289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86300" y="1000125"/>
            <a:ext cx="4029075" cy="571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14913" y="1171575"/>
            <a:ext cx="206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 ĐỊNH KỲ CÔNG TƠ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1496616"/>
            <a:ext cx="3514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Lọc danh sách khách hàng đến hạn thay định kỳ đến cuối năm để chủ động nguồn lực.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0" y="1928087"/>
            <a:ext cx="3514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chuyển công tơ 3 giá từ khu vực sinh hoạt sang phục vụ khách hàng ngoài sinh hoạt.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29200" y="2359558"/>
            <a:ext cx="35147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Phối hợp chặt chẽ giữa P9 và P2 để đảm bảo nguồn vật tư theo nhu cầu đăng ký.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57750" y="2862467"/>
            <a:ext cx="3686175" cy="61793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72050" y="2948192"/>
            <a:ext cx="34575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TIẾN ĐỘ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972050" y="3064278"/>
            <a:ext cx="345757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THÁNG 10 / 2026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72050" y="3262517"/>
            <a:ext cx="34575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Hoàn thành 100% kế hoạch thay định kỳ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108911" y="4729163"/>
            <a:ext cx="260646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REFERENCE: TB-6231/PCHADONG-10/07/2026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423267"/>
            <a:ext cx="5860666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TỐI ƯU HÓA DỰ BÁO &amp; DỊCH VỤ KHÁCH HÀNG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00125"/>
            <a:ext cx="8286750" cy="18930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000125"/>
            <a:ext cx="85725" cy="189309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19122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7263" y="1178719"/>
            <a:ext cx="371413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NÂNG CAO ĐỘ CHÍNH XÁC DỰ BÁO PHỤ TẢI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50106" y="1482328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Làm việc trực tiếp với khách hàng lớn để cập nhật sát nhu cầu sử dụng điện thực tế.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814888" y="1482328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sâu các yếu tố thời tiết, độ ẩm và tăng trưởng kinh tế địa phương.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50106" y="1985237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 hành văn bản nhắc nhở các khách hàng thường xuyên dự báo sai lệch quá lớn.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814888" y="1985237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Áp dụng các phương pháp tính toán mới để giảm sai số xuống dưới ngưỡng 1.5%.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78656" y="2452427"/>
            <a:ext cx="77866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KPI_TARGET: ERROR_RATE &lt; 1.5%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28625" y="3071813"/>
            <a:ext cx="8286750" cy="189309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28625" y="3071813"/>
            <a:ext cx="85725" cy="189309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262908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7263" y="3250406"/>
            <a:ext cx="407654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NÂNG TẦM TRẢI NGHIỆM DỊCH VỤ KHÁCH HÀNG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50106" y="3554016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Đảm bảo 100% kiến nghị và yêu cầu dịch vụ được giải quyết đúng thời gian quy định.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814888" y="3554016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Chủ động liên hệ tìm hiểu nguyên nhân đối với các đánh giá "không hài lòng" trên App.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50106" y="4056924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Tuyên truyền rộng rãi và đẩy mạnh các gói dịch vụ điện gia tăng để tăng doanh thu.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814888" y="4056924"/>
            <a:ext cx="36504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Đào tạo nâng cao kỹ năng giao tiếp và xử lý tình huống cho CBCNV trực tiếp giao dịch.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78656" y="4524115"/>
            <a:ext cx="77866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SATISFACTION_GOAL: 99.5% +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7572375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423267"/>
            <a:ext cx="608681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TRỌNG TÂM 6 THÁNG CUỐI NĂM 2026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2110643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57150" cy="1143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7219" y="1285875"/>
            <a:ext cx="1753456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ĐIỆN THƯƠNG PHẨM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07219" y="1437680"/>
            <a:ext cx="1753456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2.798,6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7219" y="1664494"/>
            <a:ext cx="17534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Triệu kWh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82143" y="1143000"/>
            <a:ext cx="2110643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82143" y="1143000"/>
            <a:ext cx="57150" cy="1143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60737" y="1285875"/>
            <a:ext cx="1753456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 THU TIỀN ĐIỆN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860737" y="1437680"/>
            <a:ext cx="1753456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7.754,5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860737" y="1664494"/>
            <a:ext cx="17534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Tỷ đồng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8625" y="2428875"/>
            <a:ext cx="2110643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8625" y="2428875"/>
            <a:ext cx="57150" cy="1143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7219" y="2571750"/>
            <a:ext cx="1753456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TỶ LỆ TỔN THẤT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7219" y="2723555"/>
            <a:ext cx="1753456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7219" y="2950369"/>
            <a:ext cx="17534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682143" y="2428875"/>
            <a:ext cx="2110643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682143" y="2428875"/>
            <a:ext cx="57150" cy="1143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860737" y="2571750"/>
            <a:ext cx="1753456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TRÍCH NỢ TỰ ĐỘNG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2860737" y="2723555"/>
            <a:ext cx="1753456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26,7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860737" y="2950369"/>
            <a:ext cx="17534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28625" y="3714750"/>
            <a:ext cx="4364162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28625" y="3714750"/>
            <a:ext cx="57150" cy="1143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07219" y="3857625"/>
            <a:ext cx="4006974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 BÁN BÌNH QUÂN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07219" y="4009430"/>
            <a:ext cx="400697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2.770,84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07219" y="4236244"/>
            <a:ext cx="400697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VNĐ/kWh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78537" y="1143000"/>
            <a:ext cx="3636838" cy="37147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364287" y="1357313"/>
            <a:ext cx="306533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NHIỆM VỤ CHIẾN LƯỢC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57168" y="1768078"/>
            <a:ext cx="28724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Duy trì tỷ lệ thu nộp tiền điện đứng đầu Tổng công ty.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557168" y="2311003"/>
            <a:ext cx="28724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Hoàn thành 100% kế hoạch ký lại Hợp đồng mua bán điện.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557168" y="2853928"/>
            <a:ext cx="28724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Dứt điểm công tác thay định kỳ công tơ trong tháng 10/2026.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557168" y="3396853"/>
            <a:ext cx="28724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Nâng cao độ chính xác dự báo phụ tải, sai số không quá 1,5%.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28625" y="4568428"/>
            <a:ext cx="3218036" cy="28932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28625" y="4568428"/>
            <a:ext cx="3218036" cy="28932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QUYẾT TÂM HOÀN THÀNH XUẤT SẮC NHIỆM VỤ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57250"/>
            <a:ext cx="7715250" cy="2000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14771" y="1561802"/>
            <a:ext cx="2714430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750" b="1" kern="0" spc="2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714375" y="3071813"/>
            <a:ext cx="3750469" cy="11787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375" y="3071813"/>
            <a:ext cx="71438" cy="117871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21569" y="3250406"/>
            <a:ext cx="31289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Tập thể CBCNV Phòng Kinh doanh luôn nêu cao trách nhiệm, kỷ cương và tinh thần đoàn kết để vượt qua mọi khó khăn.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79156" y="3071813"/>
            <a:ext cx="3750469" cy="11787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79156" y="3071813"/>
            <a:ext cx="71438" cy="117871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86350" y="3250406"/>
            <a:ext cx="31289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 kết chủ động thích ứng, đổi mới sáng tạo để hoàn thành xuất sắc các chỉ tiêu KDDVKH năm 2026.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4375" y="4421981"/>
            <a:ext cx="2721713" cy="2928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4375" y="4421981"/>
            <a:ext cx="42863" cy="29289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4375" y="4421981"/>
            <a:ext cx="2721713" cy="29289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TRÂN TRỌNG CẢM ƠN QUÝ ĐẠI BIỂU!
CHÚC HỘI NGHỊ THÀNH CÔNG TỐT ĐẸP!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76324" y="4191595"/>
            <a:ext cx="1853301" cy="5232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62074" y="4334470"/>
            <a:ext cx="128180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XIN CẢM ƠN!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62074" y="4600575"/>
            <a:ext cx="128180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P9 - PC HA DONG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1427</Words>
  <Application>Microsoft Office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Hoàng An 25023429</cp:lastModifiedBy>
  <cp:revision>1</cp:revision>
  <dcterms:created xsi:type="dcterms:W3CDTF">2026-07-13T04:58:36Z</dcterms:created>
  <dcterms:modified xsi:type="dcterms:W3CDTF">2026-07-13T05:01:58Z</dcterms:modified>
</cp:coreProperties>
</file>